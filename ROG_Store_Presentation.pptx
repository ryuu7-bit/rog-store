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8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0" y="0"/>
            <a:ext cx="4873752" cy="6858000"/>
          </a:xfrm>
          <a:prstGeom prst="rect">
            <a:avLst/>
          </a:prstGeom>
          <a:solidFill>
            <a:srgbClr val="1600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 i="0">
                <a:solidFill>
                  <a:srgbClr val="E5001E"/>
                </a:solidFill>
                <a:latin typeface="Calibri"/>
              </a:rPr>
              <a:t>ROG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3774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337560"/>
            <a:ext cx="2926080" cy="36576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41732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E50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4133087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Laravel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4114800"/>
            <a:ext cx="141732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E50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20240" y="4133087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4114800"/>
            <a:ext cx="141732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E50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4720" y="41668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FFFFFF"/>
                </a:solidFill>
                <a:latin typeface="Calibri"/>
              </a:rPr>
              <a:t>Bakong</a:t>
            </a:r>
            <a:r>
              <a:rPr sz="1100" b="1" i="0" dirty="0">
                <a:solidFill>
                  <a:srgbClr val="FFFFFF"/>
                </a:solidFill>
                <a:latin typeface="Calibri"/>
              </a:rPr>
              <a:t> KHQR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914400"/>
            <a:ext cx="640080" cy="640080"/>
          </a:xfrm>
          <a:prstGeom prst="rect">
            <a:avLst/>
          </a:prstGeom>
          <a:solidFill>
            <a:srgbClr val="200008"/>
          </a:solidFill>
          <a:ln w="9525">
            <a:solidFill>
              <a:srgbClr val="400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235440" y="914400"/>
            <a:ext cx="640080" cy="640080"/>
          </a:xfrm>
          <a:prstGeom prst="rect">
            <a:avLst/>
          </a:prstGeom>
          <a:solidFill>
            <a:srgbClr val="200008"/>
          </a:solidFill>
          <a:ln w="9525">
            <a:solidFill>
              <a:srgbClr val="400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058400" y="914400"/>
            <a:ext cx="640080" cy="640080"/>
          </a:xfrm>
          <a:prstGeom prst="rect">
            <a:avLst/>
          </a:prstGeom>
          <a:solidFill>
            <a:srgbClr val="200008"/>
          </a:solidFill>
          <a:ln w="9525">
            <a:solidFill>
              <a:srgbClr val="400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881360" y="914400"/>
            <a:ext cx="640080" cy="640080"/>
          </a:xfrm>
          <a:prstGeom prst="rect">
            <a:avLst/>
          </a:prstGeom>
          <a:solidFill>
            <a:srgbClr val="200008"/>
          </a:solidFill>
          <a:ln w="9525">
            <a:solidFill>
              <a:srgbClr val="400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412480" y="1737360"/>
            <a:ext cx="640080" cy="640080"/>
          </a:xfrm>
          <a:prstGeom prst="rect">
            <a:avLst/>
          </a:prstGeom>
          <a:solidFill>
            <a:srgbClr val="200008"/>
          </a:solidFill>
          <a:ln w="9525">
            <a:solidFill>
              <a:srgbClr val="400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235440" y="1737360"/>
            <a:ext cx="640080" cy="640080"/>
          </a:xfrm>
          <a:prstGeom prst="rect">
            <a:avLst/>
          </a:prstGeom>
          <a:solidFill>
            <a:srgbClr val="200008"/>
          </a:solidFill>
          <a:ln w="9525">
            <a:solidFill>
              <a:srgbClr val="400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058400" y="1737360"/>
            <a:ext cx="640080" cy="640080"/>
          </a:xfrm>
          <a:prstGeom prst="rect">
            <a:avLst/>
          </a:prstGeom>
          <a:solidFill>
            <a:srgbClr val="200008"/>
          </a:solidFill>
          <a:ln w="9525">
            <a:solidFill>
              <a:srgbClr val="400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881360" y="1737360"/>
            <a:ext cx="640080" cy="640080"/>
          </a:xfrm>
          <a:prstGeom prst="rect">
            <a:avLst/>
          </a:prstGeom>
          <a:solidFill>
            <a:srgbClr val="200008"/>
          </a:solidFill>
          <a:ln w="9525">
            <a:solidFill>
              <a:srgbClr val="400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412480" y="2560320"/>
            <a:ext cx="640080" cy="640080"/>
          </a:xfrm>
          <a:prstGeom prst="rect">
            <a:avLst/>
          </a:prstGeom>
          <a:solidFill>
            <a:srgbClr val="200008"/>
          </a:solidFill>
          <a:ln w="9525">
            <a:solidFill>
              <a:srgbClr val="400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235440" y="2560320"/>
            <a:ext cx="640080" cy="640080"/>
          </a:xfrm>
          <a:prstGeom prst="rect">
            <a:avLst/>
          </a:prstGeom>
          <a:solidFill>
            <a:srgbClr val="200008"/>
          </a:solidFill>
          <a:ln w="9525">
            <a:solidFill>
              <a:srgbClr val="400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058400" y="2560320"/>
            <a:ext cx="640080" cy="640080"/>
          </a:xfrm>
          <a:prstGeom prst="rect">
            <a:avLst/>
          </a:prstGeom>
          <a:solidFill>
            <a:srgbClr val="200008"/>
          </a:solidFill>
          <a:ln w="9525">
            <a:solidFill>
              <a:srgbClr val="400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881360" y="2560320"/>
            <a:ext cx="640080" cy="640080"/>
          </a:xfrm>
          <a:prstGeom prst="rect">
            <a:avLst/>
          </a:prstGeom>
          <a:solidFill>
            <a:srgbClr val="200008"/>
          </a:solidFill>
          <a:ln w="9525">
            <a:solidFill>
              <a:srgbClr val="400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412480" y="3383280"/>
            <a:ext cx="640080" cy="640080"/>
          </a:xfrm>
          <a:prstGeom prst="rect">
            <a:avLst/>
          </a:prstGeom>
          <a:solidFill>
            <a:srgbClr val="200008"/>
          </a:solidFill>
          <a:ln w="9525">
            <a:solidFill>
              <a:srgbClr val="400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235440" y="3383280"/>
            <a:ext cx="640080" cy="640080"/>
          </a:xfrm>
          <a:prstGeom prst="rect">
            <a:avLst/>
          </a:prstGeom>
          <a:solidFill>
            <a:srgbClr val="200008"/>
          </a:solidFill>
          <a:ln w="9525">
            <a:solidFill>
              <a:srgbClr val="400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058400" y="3383280"/>
            <a:ext cx="640080" cy="640080"/>
          </a:xfrm>
          <a:prstGeom prst="rect">
            <a:avLst/>
          </a:prstGeom>
          <a:solidFill>
            <a:srgbClr val="200008"/>
          </a:solidFill>
          <a:ln w="9525">
            <a:solidFill>
              <a:srgbClr val="400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0881360" y="3383280"/>
            <a:ext cx="640080" cy="640080"/>
          </a:xfrm>
          <a:prstGeom prst="rect">
            <a:avLst/>
          </a:prstGeom>
          <a:solidFill>
            <a:srgbClr val="200008"/>
          </a:solidFill>
          <a:ln w="9525">
            <a:solidFill>
              <a:srgbClr val="400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412480" y="4206240"/>
            <a:ext cx="640080" cy="640080"/>
          </a:xfrm>
          <a:prstGeom prst="rect">
            <a:avLst/>
          </a:prstGeom>
          <a:solidFill>
            <a:srgbClr val="200008"/>
          </a:solidFill>
          <a:ln w="9525">
            <a:solidFill>
              <a:srgbClr val="400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235440" y="4206240"/>
            <a:ext cx="640080" cy="640080"/>
          </a:xfrm>
          <a:prstGeom prst="rect">
            <a:avLst/>
          </a:prstGeom>
          <a:solidFill>
            <a:srgbClr val="200008"/>
          </a:solidFill>
          <a:ln w="9525">
            <a:solidFill>
              <a:srgbClr val="400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058400" y="4206240"/>
            <a:ext cx="640080" cy="640080"/>
          </a:xfrm>
          <a:prstGeom prst="rect">
            <a:avLst/>
          </a:prstGeom>
          <a:solidFill>
            <a:srgbClr val="200008"/>
          </a:solidFill>
          <a:ln w="9525">
            <a:solidFill>
              <a:srgbClr val="400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0881360" y="4206240"/>
            <a:ext cx="640080" cy="640080"/>
          </a:xfrm>
          <a:prstGeom prst="rect">
            <a:avLst/>
          </a:prstGeom>
          <a:solidFill>
            <a:srgbClr val="200008"/>
          </a:solidFill>
          <a:ln w="9525">
            <a:solidFill>
              <a:srgbClr val="400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412480" y="5029200"/>
            <a:ext cx="640080" cy="640080"/>
          </a:xfrm>
          <a:prstGeom prst="rect">
            <a:avLst/>
          </a:prstGeom>
          <a:solidFill>
            <a:srgbClr val="200008"/>
          </a:solidFill>
          <a:ln w="9525">
            <a:solidFill>
              <a:srgbClr val="400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235440" y="5029200"/>
            <a:ext cx="640080" cy="640080"/>
          </a:xfrm>
          <a:prstGeom prst="rect">
            <a:avLst/>
          </a:prstGeom>
          <a:solidFill>
            <a:srgbClr val="200008"/>
          </a:solidFill>
          <a:ln w="9525">
            <a:solidFill>
              <a:srgbClr val="400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0058400" y="5029200"/>
            <a:ext cx="640080" cy="640080"/>
          </a:xfrm>
          <a:prstGeom prst="rect">
            <a:avLst/>
          </a:prstGeom>
          <a:solidFill>
            <a:srgbClr val="200008"/>
          </a:solidFill>
          <a:ln w="9525">
            <a:solidFill>
              <a:srgbClr val="400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0881360" y="5029200"/>
            <a:ext cx="640080" cy="640080"/>
          </a:xfrm>
          <a:prstGeom prst="rect">
            <a:avLst/>
          </a:prstGeom>
          <a:solidFill>
            <a:srgbClr val="200008"/>
          </a:solidFill>
          <a:ln w="9525">
            <a:solidFill>
              <a:srgbClr val="400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0" y="6784848"/>
            <a:ext cx="12188952" cy="54864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54864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5001E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What is ROG Store?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15568"/>
            <a:ext cx="1645920" cy="45720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28016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AAAA"/>
                </a:solidFill>
                <a:latin typeface="Calibri"/>
              </a:rPr>
              <a:t>A full-stack e-commerce platform for ROG gaming peripherals,
built with Laravel and deployed on Render cloud infrastructure.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1488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5001E"/>
                </a:solidFill>
                <a:latin typeface="Calibri"/>
              </a:rPr>
              <a:t>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Browse &amp; purchase ROG gaming products online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71576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5001E"/>
                </a:solidFill>
                <a:latin typeface="Calibri"/>
              </a:rPr>
              <a:t>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15768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  <a:latin typeface="Calibri"/>
              </a:rPr>
              <a:t>BAKONG KHQR payment — instant Cambodian banking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282696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5001E"/>
                </a:solidFill>
                <a:latin typeface="Calibri"/>
              </a:rPr>
              <a:t>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82696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  <a:latin typeface="Calibri"/>
              </a:rPr>
              <a:t>Order management with real-time Telegram notifications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849624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5001E"/>
                </a:solidFill>
                <a:latin typeface="Calibri"/>
              </a:rPr>
              <a:t>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849624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  <a:latin typeface="Calibri"/>
              </a:rPr>
              <a:t>Admin dashboard — manage products, orders &amp; stock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41655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5001E"/>
                </a:solidFill>
                <a:latin typeface="Calibri"/>
              </a:rPr>
              <a:t>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416552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  <a:latin typeface="Calibri"/>
              </a:rPr>
              <a:t>Live on Render cloud with PostgreSQL 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9834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5001E"/>
                </a:solidFill>
                <a:latin typeface="Calibri"/>
              </a:rPr>
              <a:t>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983480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  <a:latin typeface="Calibri"/>
              </a:rPr>
              <a:t>Fully responsive — works on mobile, tablet &amp; desktop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1097280"/>
            <a:ext cx="2560320" cy="1005840"/>
          </a:xfrm>
          <a:prstGeom prst="rect">
            <a:avLst/>
          </a:prstGeom>
          <a:solidFill>
            <a:srgbClr val="1A1A1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0" y="1143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5001E"/>
                </a:solidFill>
                <a:latin typeface="Calibri"/>
              </a:rPr>
              <a:t>38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1600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  <a:latin typeface="Calibri"/>
              </a:rPr>
              <a:t>Commits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2377440"/>
            <a:ext cx="2560320" cy="1005840"/>
          </a:xfrm>
          <a:prstGeom prst="rect">
            <a:avLst/>
          </a:prstGeom>
          <a:solidFill>
            <a:srgbClr val="1A1A1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0" y="24231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 dirty="0">
                <a:solidFill>
                  <a:srgbClr val="E5001E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2880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  <a:latin typeface="Calibri"/>
              </a:rPr>
              <a:t>Controllers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0" y="3657600"/>
            <a:ext cx="2560320" cy="1005840"/>
          </a:xfrm>
          <a:prstGeom prst="rect">
            <a:avLst/>
          </a:prstGeom>
          <a:solidFill>
            <a:srgbClr val="1A1A1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61120" y="3703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5001E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41605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  <a:latin typeface="Calibri"/>
              </a:rPr>
              <a:t>Models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0" y="4937760"/>
            <a:ext cx="2560320" cy="1005840"/>
          </a:xfrm>
          <a:prstGeom prst="rect">
            <a:avLst/>
          </a:prstGeom>
          <a:solidFill>
            <a:srgbClr val="1A1A1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61120" y="49834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 dirty="0">
                <a:solidFill>
                  <a:srgbClr val="E5001E"/>
                </a:solidFill>
                <a:latin typeface="Calibri"/>
              </a:rPr>
              <a:t>15+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5440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  <a:latin typeface="Calibri"/>
              </a:rPr>
              <a:t>Views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54864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5001E"/>
                </a:solidFill>
                <a:latin typeface="Calibri"/>
              </a:rPr>
              <a:t>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Tech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15568"/>
            <a:ext cx="1097280" cy="45720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5303520" cy="914400"/>
          </a:xfrm>
          <a:prstGeom prst="rect">
            <a:avLst/>
          </a:prstGeom>
          <a:solidFill>
            <a:srgbClr val="1A1A1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42646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Laravel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105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PHP framework · MVC architecture · Eloquent 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371600"/>
            <a:ext cx="5303520" cy="914400"/>
          </a:xfrm>
          <a:prstGeom prst="rect">
            <a:avLst/>
          </a:prstGeom>
          <a:solidFill>
            <a:srgbClr val="1A1A1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1417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42646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8105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Production database on Render · Session &amp; cache storage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5398" y="2414016"/>
            <a:ext cx="5303520" cy="914400"/>
          </a:xfrm>
          <a:prstGeom prst="rect">
            <a:avLst/>
          </a:prstGeom>
          <a:solidFill>
            <a:srgbClr val="1A1A1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5398" y="234233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FFFFFF"/>
                </a:solidFill>
                <a:latin typeface="Calibri"/>
              </a:rPr>
              <a:t>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404995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Calibri"/>
              </a:rPr>
              <a:t>Blade + Vite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043847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Templating engine · Tailwind CSS · Hot module reload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566160"/>
            <a:ext cx="5303520" cy="914400"/>
          </a:xfrm>
          <a:prstGeom prst="rect">
            <a:avLst/>
          </a:prstGeom>
          <a:solidFill>
            <a:srgbClr val="1A1A1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611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62102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Bakong KHQR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005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NBC Cambodia payment API · Python library integration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3566160"/>
            <a:ext cx="5303520" cy="914400"/>
          </a:xfrm>
          <a:prstGeom prst="rect">
            <a:avLst/>
          </a:prstGeom>
          <a:solidFill>
            <a:srgbClr val="1A1A1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17920" y="3611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☁️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62102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Calibri"/>
              </a:rPr>
              <a:t>Render Cloud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005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Free tier hosting · Auto-deploy from GitHub · PostgreSQL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663440"/>
            <a:ext cx="5303520" cy="914400"/>
          </a:xfrm>
          <a:prstGeom prst="rect">
            <a:avLst/>
          </a:prstGeom>
          <a:solidFill>
            <a:srgbClr val="1A1A1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4709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7183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Telegram Bot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10235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Instant order notifications sent to merchant on new orders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663440"/>
            <a:ext cx="11247120" cy="914400"/>
          </a:xfrm>
          <a:prstGeom prst="rect">
            <a:avLst/>
          </a:prstGeom>
          <a:solidFill>
            <a:srgbClr val="1A1A1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4754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476402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Telegram Bot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120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Instant order notifications sent to merchant on new orders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54864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5001E"/>
                </a:solidFill>
                <a:latin typeface="Calibri"/>
              </a:rPr>
              <a:t>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Key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15568"/>
            <a:ext cx="1280160" cy="45720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5303520" cy="1051560"/>
          </a:xfrm>
          <a:prstGeom prst="rect">
            <a:avLst/>
          </a:prstGeom>
          <a:solidFill>
            <a:srgbClr val="1A1A1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45720" cy="1051560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" y="144475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4630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Product Catalog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84708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Filter by category, search, sort · Featured &amp; sale badges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371600"/>
            <a:ext cx="5303520" cy="1051560"/>
          </a:xfrm>
          <a:prstGeom prst="rect">
            <a:avLst/>
          </a:prstGeom>
          <a:solidFill>
            <a:srgbClr val="1A1A1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80760" y="1371600"/>
            <a:ext cx="45720" cy="1051560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45352" y="144475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4630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Calibri"/>
              </a:rPr>
              <a:t>Smart Cart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184708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AAAAAA"/>
                </a:solidFill>
                <a:latin typeface="Calibri"/>
              </a:rPr>
              <a:t>Session-based cart · Quantity controls · Stock validation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606040"/>
            <a:ext cx="5303520" cy="1051560"/>
          </a:xfrm>
          <a:prstGeom prst="rect">
            <a:avLst/>
          </a:prstGeom>
          <a:solidFill>
            <a:srgbClr val="1A1A1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2606040"/>
            <a:ext cx="45720" cy="1051560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4632" y="267919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6974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BAKONG Payment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08152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QR code modal · 5-min countdown · Real-time polling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2606040"/>
            <a:ext cx="5303520" cy="1051560"/>
          </a:xfrm>
          <a:prstGeom prst="rect">
            <a:avLst/>
          </a:prstGeom>
          <a:solidFill>
            <a:srgbClr val="1A1A1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80760" y="2606040"/>
            <a:ext cx="45720" cy="1051560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45352" y="267919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26974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Calibri"/>
              </a:rPr>
              <a:t>Order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308152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Order number tracking · Status updates · Order history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840480"/>
            <a:ext cx="5303520" cy="1051560"/>
          </a:xfrm>
          <a:prstGeom prst="rect">
            <a:avLst/>
          </a:prstGeom>
          <a:solidFill>
            <a:srgbClr val="1A1A1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0040" y="3840480"/>
            <a:ext cx="45720" cy="1051560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4632" y="391363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👨‍💼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39319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Admin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3159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Product CRUD · Order status management · Stock toggle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3840480"/>
            <a:ext cx="5303520" cy="1051560"/>
          </a:xfrm>
          <a:prstGeom prst="rect">
            <a:avLst/>
          </a:prstGeom>
          <a:solidFill>
            <a:srgbClr val="1A1A1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080760" y="3840480"/>
            <a:ext cx="45720" cy="1051560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45352" y="391363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39319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Calibri"/>
              </a:rPr>
              <a:t>Telegram Alerts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43159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Instant HTML-formatted notification on every new order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074920"/>
            <a:ext cx="5303520" cy="1051560"/>
          </a:xfrm>
          <a:prstGeom prst="rect">
            <a:avLst/>
          </a:prstGeom>
          <a:solidFill>
            <a:srgbClr val="1A1A1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20040" y="5074920"/>
            <a:ext cx="45720" cy="1051560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4632" y="514807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1663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Dark / Light Mode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" y="555040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AAAAAA"/>
                </a:solidFill>
                <a:latin typeface="Calibri"/>
              </a:rPr>
              <a:t>Full theme system with CSS variables · Persistent toggle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80760" y="5074920"/>
            <a:ext cx="5303520" cy="1051560"/>
          </a:xfrm>
          <a:prstGeom prst="rect">
            <a:avLst/>
          </a:prstGeom>
          <a:solidFill>
            <a:srgbClr val="1A1A1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080760" y="5074920"/>
            <a:ext cx="45720" cy="1051560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45352" y="514807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0840" y="51663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Responsive Design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555040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Mobile-first · Works on all screen sizes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54864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5001E"/>
                </a:solidFill>
                <a:latin typeface="Calibri"/>
              </a:rPr>
              <a:t>PAYMENT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BAKONG KHQR Payment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15568"/>
            <a:ext cx="2286000" cy="45720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502920" cy="502920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4173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4904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5001E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011680"/>
            <a:ext cx="2651760" cy="1325880"/>
          </a:xfrm>
          <a:prstGeom prst="rect">
            <a:avLst/>
          </a:prstGeom>
          <a:solidFill>
            <a:srgbClr val="1A1A1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" y="210312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Customer fills checkout form and selects BAKONG KHQR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417320"/>
            <a:ext cx="502920" cy="502920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46120" y="14173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4904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5001E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2011680"/>
            <a:ext cx="2651760" cy="1325880"/>
          </a:xfrm>
          <a:prstGeom prst="rect">
            <a:avLst/>
          </a:prstGeom>
          <a:solidFill>
            <a:srgbClr val="1A1A1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55848" y="210312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Order created immediately with status = pending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417320"/>
            <a:ext cx="502920" cy="502920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72200" y="14173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14904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5001E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2011680"/>
            <a:ext cx="2651760" cy="1325880"/>
          </a:xfrm>
          <a:prstGeom prst="rect">
            <a:avLst/>
          </a:prstGeom>
          <a:solidFill>
            <a:srgbClr val="1A1A1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81928" y="210312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QR modal opens — shows real order number as reference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1417320"/>
            <a:ext cx="502920" cy="502920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98280" y="14173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2011680"/>
            <a:ext cx="2651760" cy="1325880"/>
          </a:xfrm>
          <a:prstGeom prst="rect">
            <a:avLst/>
          </a:prstGeom>
          <a:solidFill>
            <a:srgbClr val="1A1A1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08008" y="210312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QR code generated via Bakong API (Python library)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35935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5001E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114800"/>
            <a:ext cx="2651760" cy="1325880"/>
          </a:xfrm>
          <a:prstGeom prst="rect">
            <a:avLst/>
          </a:prstGeom>
          <a:solidFill>
            <a:srgbClr val="1A1A1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9768" y="42062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Customer scans QR with Cambodian banking app &amp; pays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6120" y="3520440"/>
            <a:ext cx="502920" cy="502920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46120" y="3520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35935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5001E"/>
                </a:solidFill>
                <a:latin typeface="Calibr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46120" y="4114800"/>
            <a:ext cx="2651760" cy="1325880"/>
          </a:xfrm>
          <a:prstGeom prst="rect">
            <a:avLst/>
          </a:prstGeom>
          <a:solidFill>
            <a:srgbClr val="1A1A1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355848" y="42062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Background polling checks payment every 3 seconds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3520440"/>
            <a:ext cx="502920" cy="502920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72200" y="3520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35935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5001E"/>
                </a:solidFill>
                <a:latin typeface="Calibri"/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4114800"/>
            <a:ext cx="2651760" cy="1325880"/>
          </a:xfrm>
          <a:prstGeom prst="rect">
            <a:avLst/>
          </a:prstGeom>
          <a:solidFill>
            <a:srgbClr val="1A1A1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81928" y="42062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"I've Paid" confirms → server marks order paid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98280" y="3520440"/>
            <a:ext cx="502920" cy="502920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098280" y="3520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98280" y="4114800"/>
            <a:ext cx="2651760" cy="1325880"/>
          </a:xfrm>
          <a:prstGeom prst="rect">
            <a:avLst/>
          </a:prstGeom>
          <a:solidFill>
            <a:srgbClr val="1A1A1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208008" y="42062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Cart cleared · Telegram notification sent · Redirect to success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54864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5001E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Database &amp;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15568"/>
            <a:ext cx="2011680" cy="45720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3566160" cy="411480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40817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users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783080"/>
            <a:ext cx="3566160" cy="1389888"/>
          </a:xfrm>
          <a:prstGeom prst="rect">
            <a:avLst/>
          </a:prstGeom>
          <a:solidFill>
            <a:srgbClr val="1A1A1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9768" y="181051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🔑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157984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 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505456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 email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85292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 password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371600"/>
            <a:ext cx="3566160" cy="411480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43400" y="140817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categories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1783080"/>
            <a:ext cx="3566160" cy="1389888"/>
          </a:xfrm>
          <a:prstGeom prst="rect">
            <a:avLst/>
          </a:prstGeom>
          <a:solidFill>
            <a:srgbClr val="1A1A1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61688" y="181051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🔑 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2157984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 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2505456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 slug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285292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 is_active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80" y="1371600"/>
            <a:ext cx="3566160" cy="411480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75320" y="140817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products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80" y="1783080"/>
            <a:ext cx="3566160" cy="2084832"/>
          </a:xfrm>
          <a:prstGeom prst="rect">
            <a:avLst/>
          </a:prstGeom>
          <a:solidFill>
            <a:srgbClr val="1A1A1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93608" y="181051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🔑 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2139696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FFFFFF"/>
                </a:solidFill>
                <a:latin typeface="Calibri"/>
              </a:rPr>
              <a:t>🔗 </a:t>
            </a:r>
            <a:r>
              <a:rPr sz="1000" b="0" i="0" dirty="0" err="1">
                <a:solidFill>
                  <a:srgbClr val="FFFFFF"/>
                </a:solidFill>
                <a:latin typeface="Calibri"/>
              </a:rPr>
              <a:t>category_id</a:t>
            </a:r>
            <a:endParaRPr sz="10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321040" y="245059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 name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752344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 price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304495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 sale_price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36572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 stock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749040"/>
            <a:ext cx="3566160" cy="411480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80" y="378561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carts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160520"/>
            <a:ext cx="3566160" cy="1389888"/>
          </a:xfrm>
          <a:prstGeom prst="rect">
            <a:avLst/>
          </a:prstGeom>
          <a:solidFill>
            <a:srgbClr val="1A1A1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9768" y="418795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🔑 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" y="4535424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🔗 session_id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" y="4882896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🔗 product_id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" y="523036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 quantity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51960" y="3749040"/>
            <a:ext cx="3566160" cy="411480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43400" y="378561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orders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60" y="4160520"/>
            <a:ext cx="3566160" cy="1737360"/>
          </a:xfrm>
          <a:prstGeom prst="rect">
            <a:avLst/>
          </a:prstGeom>
          <a:solidFill>
            <a:srgbClr val="1A1A1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61688" y="418795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🔑 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61688" y="4535424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 order_number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61688" y="4882896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 status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61688" y="523036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 total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61688" y="5577840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 payment_status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83880" y="3749040"/>
            <a:ext cx="3566160" cy="411480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57032" y="378561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order_items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83880" y="4160520"/>
            <a:ext cx="3566160" cy="1737360"/>
          </a:xfrm>
          <a:prstGeom prst="rect">
            <a:avLst/>
          </a:prstGeom>
          <a:solidFill>
            <a:srgbClr val="1A1A1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93608" y="418795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🔑 id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93608" y="4535424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🔗 order_id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93608" y="4882896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🔗 product_id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93608" y="523036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 price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93608" y="5577840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 quantity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54864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5001E"/>
                </a:solidFill>
                <a:latin typeface="Calibri"/>
              </a:rPr>
              <a:t>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Live on Render Cloud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15568"/>
            <a:ext cx="1645920" cy="45720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1152144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E50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5001E"/>
                </a:solidFill>
                <a:latin typeface="Calibri"/>
              </a:rPr>
              <a:t>🌐  https://rog-store-1.onrender.com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240280"/>
            <a:ext cx="3566160" cy="1005840"/>
          </a:xfrm>
          <a:prstGeom prst="rect">
            <a:avLst/>
          </a:prstGeom>
          <a:solidFill>
            <a:srgbClr val="1A1A1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2240280"/>
            <a:ext cx="54864" cy="1005840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3134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☁️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31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5001E"/>
                </a:solidFill>
                <a:latin typeface="Calibri"/>
              </a:rPr>
              <a:t>HOST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Render.com Free Tier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80" y="2240280"/>
            <a:ext cx="3566160" cy="1005840"/>
          </a:xfrm>
          <a:prstGeom prst="rect">
            <a:avLst/>
          </a:prstGeom>
          <a:solidFill>
            <a:srgbClr val="1A1A1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83880" y="2240280"/>
            <a:ext cx="54864" cy="1005840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66760" y="23134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331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5001E"/>
                </a:solidFill>
                <a:latin typeface="Calibri"/>
              </a:rPr>
              <a:t>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PostgreSQL 18 · Free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429000"/>
            <a:ext cx="3566160" cy="1005840"/>
          </a:xfrm>
          <a:prstGeom prst="rect">
            <a:avLst/>
          </a:prstGeom>
          <a:solidFill>
            <a:srgbClr val="1A1A1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" y="3429000"/>
            <a:ext cx="54864" cy="1005840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350215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3520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5001E"/>
                </a:solidFill>
                <a:latin typeface="Calibri"/>
              </a:rPr>
              <a:t>DEPLOY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Auto on git push to main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2263140"/>
            <a:ext cx="3566160" cy="1005840"/>
          </a:xfrm>
          <a:prstGeom prst="rect">
            <a:avLst/>
          </a:prstGeom>
          <a:solidFill>
            <a:srgbClr val="1A1A1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06824" y="2263140"/>
            <a:ext cx="54864" cy="1005840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06240" y="22631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FFFFFF"/>
                </a:solidFill>
                <a:latin typeface="Calibri"/>
              </a:rPr>
              <a:t>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2856" y="23134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E5001E"/>
                </a:solidFill>
                <a:latin typeface="Calibri"/>
              </a:rPr>
              <a:t>HTTPS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7227" y="263804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  <a:latin typeface="Calibri"/>
              </a:rPr>
              <a:t>SSL · Secure cookies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3880" y="3429000"/>
            <a:ext cx="3566160" cy="1005840"/>
          </a:xfrm>
          <a:prstGeom prst="rect">
            <a:avLst/>
          </a:prstGeom>
          <a:solidFill>
            <a:srgbClr val="1A1A1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183880" y="3429000"/>
            <a:ext cx="54864" cy="1005840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66760" y="350215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3520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5001E"/>
                </a:solidFill>
                <a:latin typeface="Calibri"/>
              </a:rPr>
              <a:t>PHP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8.3 + Nginx + OPcache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28800" y="1371600"/>
            <a:ext cx="8229600" cy="4572000"/>
          </a:xfrm>
          <a:prstGeom prst="rect">
            <a:avLst/>
          </a:prstGeom>
          <a:solidFill>
            <a:srgbClr val="1200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097280"/>
            <a:ext cx="121889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E5001E"/>
                </a:solidFill>
                <a:latin typeface="Calibri"/>
              </a:rPr>
              <a:t>ROG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46888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383280"/>
            <a:ext cx="3044952" cy="45720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-127" y="3785726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127" y="621792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Kimhong Ngoun  ·  ROG Store E-Commerce  ·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84848"/>
            <a:ext cx="12188952" cy="54864"/>
          </a:xfrm>
          <a:prstGeom prst="rect">
            <a:avLst/>
          </a:prstGeom>
          <a:solidFill>
            <a:srgbClr val="E5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513</Words>
  <Application>Microsoft Office PowerPoint</Application>
  <PresentationFormat>Custom</PresentationFormat>
  <Paragraphs>159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Kim Hap</cp:lastModifiedBy>
  <cp:revision>2</cp:revision>
  <dcterms:created xsi:type="dcterms:W3CDTF">2013-01-27T09:14:16Z</dcterms:created>
  <dcterms:modified xsi:type="dcterms:W3CDTF">2026-07-28T10:23:22Z</dcterms:modified>
  <cp:category/>
</cp:coreProperties>
</file>